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>
        <p:scale>
          <a:sx n="150" d="100"/>
          <a:sy n="150" d="100"/>
        </p:scale>
        <p:origin x="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6BD0E-815A-D89B-A790-F3B58FA77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8B4A8-5ACD-C88B-C3AD-1C9DF1572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41F89-4DA1-08F5-D351-6D2AC27E7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98D7-6801-4465-8A62-D876BB2BDC2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4A62E-6155-3047-2102-3D00D64EA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44780-9FD1-73E0-43B3-1AB71D12D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60F4-7CF2-4AC8-9601-79E471B4F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497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75034-67C1-E919-11C4-4AB4B7F3A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6304D-386A-ED43-6AA9-FC02E668B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B1C00-B177-F2B5-8BE4-F8D4C0781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98D7-6801-4465-8A62-D876BB2BDC2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5722C-AE7A-A4F5-9311-F4D4298F0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1837B-C634-EF02-87A0-41F86CE1E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60F4-7CF2-4AC8-9601-79E471B4F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2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D3D5A-1AD9-C8BF-FCEE-8C6E27CB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954F4-1D86-CB92-8BFB-3DCCE775C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80E40-D230-BF94-B4E5-CD7B53E13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98D7-6801-4465-8A62-D876BB2BDC2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6B26A-6DEB-3BA1-B521-63D13AF29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F279A-E9C3-F1FC-7FE8-A8C880AB6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60F4-7CF2-4AC8-9601-79E471B4F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14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6679C-0BF9-7B40-CF17-DC12864C9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3FE80-3CB1-94D3-DB5E-E74AA7922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E8599-E2B3-D2FF-61B2-CD4704370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F5898-9D7D-0C83-5054-4D06FB395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98D7-6801-4465-8A62-D876BB2BDC2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578B2-8475-42BB-FCF4-77A8F005C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76F47-41AB-2C22-D2F8-95C79723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60F4-7CF2-4AC8-9601-79E471B4F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22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35F7B-95B6-9F68-4BE2-FDD91C465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6EC4A-D000-CF88-EFCF-4C063D39D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F4B82-D98C-98C8-9219-FA1C20934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940D4-392F-6853-D4C1-4357B0B83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BB5E0-9023-FF1D-5EF2-C906F44350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6A3F5E-8491-2199-7FC1-5DF40685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98D7-6801-4465-8A62-D876BB2BDC2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AB03F-F4B3-5995-793E-98A73062B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A7F77E-69C2-F07F-E43B-11191FE9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60F4-7CF2-4AC8-9601-79E471B4F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5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92FB-2AEE-8EB7-0387-BB329DC99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F9D83-E7D2-5375-55DB-70DBF3479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98D7-6801-4465-8A62-D876BB2BDC2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49F91-9B4E-015D-F319-C9FAC347F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2D2C1-628A-B976-F1CF-B5DF3CFE1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60F4-7CF2-4AC8-9601-79E471B4F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2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1133-2B8A-DA68-AF98-D5F09F0B9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98D7-6801-4465-8A62-D876BB2BDC2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384D6-C643-FC81-CF7B-5A7C2AC36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0E4DB-4843-34C5-3119-1FA3E531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60F4-7CF2-4AC8-9601-79E471B4F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7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49D0E-BBAD-0638-75B6-4CB1F526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430F0-C1DA-E7DD-FCDB-24EF86168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D6BEF-60BF-3C47-29F4-E5DC80F90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74CBA-EC3A-36FC-CD17-24148193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98D7-6801-4465-8A62-D876BB2BDC2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A577D-E7A8-C146-D9CD-3326B2A63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2BDBB-8035-4B19-EBE1-908D760C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60F4-7CF2-4AC8-9601-79E471B4F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77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F4657-46B6-2AC7-1FED-8C60A137F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B21C1F-6FE2-0196-9BD0-5B6BF15F2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72A31-C7CC-39B4-0ABE-6884F3DFE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9268D-C9C8-9EFA-0902-1C3A7EF74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98D7-6801-4465-8A62-D876BB2BDC2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0DB5B-120D-6D61-84FE-F5752E838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E2E06-94B2-A2E8-6087-D4F291AA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60F4-7CF2-4AC8-9601-79E471B4F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12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CF685-0DC6-3975-9BAF-1E0BC46D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16A73-1327-77D1-CB0E-AECF0599E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E1102-D4E5-6E95-7207-E2A79A214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98D7-6801-4465-8A62-D876BB2BDC2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EB832-4F39-2157-738A-A4FD3D1D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73212-84E1-4678-55DF-E4983F1D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60F4-7CF2-4AC8-9601-79E471B4F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6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E6E6DD-3359-C74A-D0EF-0C17E842B8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9BE31-9A9C-9B63-FAFE-BC090D7D6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30329-03D7-C45E-9A5A-9C7BA58E1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98D7-6801-4465-8A62-D876BB2BDC2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BF66C-376C-FAD5-E9EE-F54E75973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14CFE-765A-0A02-8987-EB8824C9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60F4-7CF2-4AC8-9601-79E471B4F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1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8E457-81ED-E516-838A-8DEBA4B9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18694-66F1-A6A0-6756-333AB19DC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9C49D-76C6-E45B-53CD-CEEC290E2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D898D7-6801-4465-8A62-D876BB2BDC2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64260-9C51-04A3-C2F4-799220A8B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0D72C-4CCE-2881-2A5B-A7E0E7DB5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560F4-7CF2-4AC8-9601-79E471B4F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6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depicts a grid layout with a red circle indicating an actionable element, possibly a draggable handle or button.&#10;&#10;AI-generated content may be incorrect.">
            <a:extLst>
              <a:ext uri="{FF2B5EF4-FFF2-40B4-BE49-F238E27FC236}">
                <a16:creationId xmlns:a16="http://schemas.microsoft.com/office/drawing/2014/main" id="{6CDF5EE6-AED4-2C59-0FF7-D589ECA50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32" y="886751"/>
            <a:ext cx="1609920" cy="726498"/>
          </a:xfrm>
          <a:prstGeom prst="rect">
            <a:avLst/>
          </a:prstGeom>
        </p:spPr>
      </p:pic>
      <p:pic>
        <p:nvPicPr>
          <p:cNvPr id="9" name="Picture 8" descr="The image displays a list with up and down arrows, indicating an interface for toggling list items, and includes options for copying the SVG code.&#10;&#10;AI-generated content may be incorrect.">
            <a:extLst>
              <a:ext uri="{FF2B5EF4-FFF2-40B4-BE49-F238E27FC236}">
                <a16:creationId xmlns:a16="http://schemas.microsoft.com/office/drawing/2014/main" id="{082506F9-B168-6D8C-1714-C21920799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60" y="2539279"/>
            <a:ext cx="2242109" cy="1083686"/>
          </a:xfrm>
          <a:prstGeom prst="rect">
            <a:avLst/>
          </a:prstGeom>
        </p:spPr>
      </p:pic>
      <p:pic>
        <p:nvPicPr>
          <p:cNvPr id="11" name="Picture 10" descr="The image displays a simple, black-and-white icon with a downward-pointing arrow, accompanied by text instructions for expanding, unfolding, and copying an SVG file.&#10;&#10;AI-generated content may be incorrect.">
            <a:extLst>
              <a:ext uri="{FF2B5EF4-FFF2-40B4-BE49-F238E27FC236}">
                <a16:creationId xmlns:a16="http://schemas.microsoft.com/office/drawing/2014/main" id="{30212D7E-0E0B-A707-6DE1-65FF80D14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731" y="2010516"/>
            <a:ext cx="1683761" cy="850317"/>
          </a:xfrm>
          <a:prstGeom prst="rect">
            <a:avLst/>
          </a:prstGeom>
        </p:spPr>
      </p:pic>
      <p:pic>
        <p:nvPicPr>
          <p:cNvPr id="12" name="Picture 11" descr="The image depicts a grid layout with a red circle indicating an actionable element, possibly a draggable handle or button.&#10;&#10;AI-generated content may be incorrect.">
            <a:extLst>
              <a:ext uri="{FF2B5EF4-FFF2-40B4-BE49-F238E27FC236}">
                <a16:creationId xmlns:a16="http://schemas.microsoft.com/office/drawing/2014/main" id="{22E9243D-A838-B717-967C-44DCB5DFDA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944"/>
          <a:stretch>
            <a:fillRect/>
          </a:stretch>
        </p:blipFill>
        <p:spPr>
          <a:xfrm>
            <a:off x="8803235" y="1146936"/>
            <a:ext cx="693161" cy="726498"/>
          </a:xfrm>
          <a:prstGeom prst="rect">
            <a:avLst/>
          </a:prstGeom>
        </p:spPr>
      </p:pic>
      <p:pic>
        <p:nvPicPr>
          <p:cNvPr id="13" name="Picture 12" descr="The image displays a simple, black-and-white icon with a downward-pointing arrow, accompanied by text instructions for expanding, unfolding, and copying an SVG file.&#10;&#10;AI-generated content may be incorrect.">
            <a:extLst>
              <a:ext uri="{FF2B5EF4-FFF2-40B4-BE49-F238E27FC236}">
                <a16:creationId xmlns:a16="http://schemas.microsoft.com/office/drawing/2014/main" id="{33B7B9ED-2554-546F-3EFB-413555F255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174"/>
          <a:stretch>
            <a:fillRect/>
          </a:stretch>
        </p:blipFill>
        <p:spPr>
          <a:xfrm>
            <a:off x="9385561" y="1146936"/>
            <a:ext cx="702402" cy="726498"/>
          </a:xfrm>
          <a:prstGeom prst="rect">
            <a:avLst/>
          </a:prstGeom>
        </p:spPr>
      </p:pic>
      <p:pic>
        <p:nvPicPr>
          <p:cNvPr id="14" name="Picture 13" descr="The image depicts a grid layout with a red circle indicating an actionable element, possibly a draggable handle or button.&#10;&#10;AI-generated content may be incorrect.">
            <a:extLst>
              <a:ext uri="{FF2B5EF4-FFF2-40B4-BE49-F238E27FC236}">
                <a16:creationId xmlns:a16="http://schemas.microsoft.com/office/drawing/2014/main" id="{1D228438-5704-E16B-15A4-CE391EE4D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32" y="4142569"/>
            <a:ext cx="1609920" cy="726498"/>
          </a:xfrm>
          <a:prstGeom prst="rect">
            <a:avLst/>
          </a:prstGeom>
        </p:spPr>
      </p:pic>
      <p:pic>
        <p:nvPicPr>
          <p:cNvPr id="18" name="Picture 17" descr="see in action&#10;&#10;AI-generated content may be incorrect.">
            <a:extLst>
              <a:ext uri="{FF2B5EF4-FFF2-40B4-BE49-F238E27FC236}">
                <a16:creationId xmlns:a16="http://schemas.microsoft.com/office/drawing/2014/main" id="{951FE709-65B1-D43C-CEFF-ACFD7308F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731" y="5017926"/>
            <a:ext cx="1667155" cy="850316"/>
          </a:xfrm>
          <a:prstGeom prst="rect">
            <a:avLst/>
          </a:prstGeom>
        </p:spPr>
      </p:pic>
      <p:pic>
        <p:nvPicPr>
          <p:cNvPr id="20" name="Picture 19" descr="The image depicts a grid layout with a red circle indicating an actionable element, possibly a draggable handle or button.&#10;&#10;AI-generated content may be incorrect.">
            <a:extLst>
              <a:ext uri="{FF2B5EF4-FFF2-40B4-BE49-F238E27FC236}">
                <a16:creationId xmlns:a16="http://schemas.microsoft.com/office/drawing/2014/main" id="{43127525-2C19-06C8-2529-9D007C5476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956"/>
          <a:stretch>
            <a:fillRect/>
          </a:stretch>
        </p:blipFill>
        <p:spPr>
          <a:xfrm>
            <a:off x="9034342" y="4265266"/>
            <a:ext cx="644670" cy="726498"/>
          </a:xfrm>
          <a:prstGeom prst="rect">
            <a:avLst/>
          </a:prstGeom>
        </p:spPr>
      </p:pic>
      <p:pic>
        <p:nvPicPr>
          <p:cNvPr id="22" name="Picture 21" descr="see in action&#10;&#10;AI-generated content may be incorrect.">
            <a:extLst>
              <a:ext uri="{FF2B5EF4-FFF2-40B4-BE49-F238E27FC236}">
                <a16:creationId xmlns:a16="http://schemas.microsoft.com/office/drawing/2014/main" id="{889613D6-528B-23A5-0B7C-FDF2C00C09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7868"/>
          <a:stretch>
            <a:fillRect/>
          </a:stretch>
        </p:blipFill>
        <p:spPr>
          <a:xfrm>
            <a:off x="9588524" y="4265266"/>
            <a:ext cx="600122" cy="72649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45732B3-4C51-4285-DB80-4F1926EEE9F7}"/>
              </a:ext>
            </a:extLst>
          </p:cNvPr>
          <p:cNvSpPr txBox="1"/>
          <p:nvPr/>
        </p:nvSpPr>
        <p:spPr>
          <a:xfrm>
            <a:off x="879763" y="4328224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Concept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DC0472-29C2-8C9D-B251-048F934B7ED9}"/>
              </a:ext>
            </a:extLst>
          </p:cNvPr>
          <p:cNvSpPr txBox="1"/>
          <p:nvPr/>
        </p:nvSpPr>
        <p:spPr>
          <a:xfrm>
            <a:off x="4730731" y="6150803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icon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97FF53-8976-A8DB-B931-0DAED77DB66F}"/>
              </a:ext>
            </a:extLst>
          </p:cNvPr>
          <p:cNvSpPr txBox="1"/>
          <p:nvPr/>
        </p:nvSpPr>
        <p:spPr>
          <a:xfrm>
            <a:off x="8604298" y="5062116"/>
            <a:ext cx="22786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Combined = 1 button</a:t>
            </a:r>
          </a:p>
          <a:p>
            <a:pPr algn="ctr"/>
            <a:r>
              <a:rPr lang="en-US" dirty="0" err="1"/>
              <a:t>Click+hold</a:t>
            </a:r>
            <a:r>
              <a:rPr lang="en-US" dirty="0"/>
              <a:t> = drag</a:t>
            </a:r>
          </a:p>
          <a:p>
            <a:pPr algn="ctr"/>
            <a:r>
              <a:rPr lang="en-US" dirty="0"/>
              <a:t>Click =collapse</a:t>
            </a:r>
          </a:p>
          <a:p>
            <a:pPr algn="ctr"/>
            <a:r>
              <a:rPr lang="en-US" dirty="0"/>
              <a:t>(when expanded)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0A1BC9-38C2-1707-6F0A-D2C389660C28}"/>
              </a:ext>
            </a:extLst>
          </p:cNvPr>
          <p:cNvSpPr txBox="1"/>
          <p:nvPr/>
        </p:nvSpPr>
        <p:spPr>
          <a:xfrm>
            <a:off x="8357077" y="1972946"/>
            <a:ext cx="22786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Combined = 1 button</a:t>
            </a:r>
          </a:p>
          <a:p>
            <a:pPr algn="ctr"/>
            <a:r>
              <a:rPr lang="en-US" dirty="0" err="1"/>
              <a:t>Click+hold</a:t>
            </a:r>
            <a:r>
              <a:rPr lang="en-US" dirty="0"/>
              <a:t> = drag</a:t>
            </a:r>
          </a:p>
          <a:p>
            <a:pPr algn="ctr"/>
            <a:r>
              <a:rPr lang="en-US" dirty="0"/>
              <a:t>Click =expand</a:t>
            </a:r>
          </a:p>
          <a:p>
            <a:pPr algn="ctr"/>
            <a:r>
              <a:rPr lang="en-US" dirty="0"/>
              <a:t>(when collapse)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3D7BC7E-82A0-9DFB-AC97-8C2065013636}"/>
              </a:ext>
            </a:extLst>
          </p:cNvPr>
          <p:cNvCxnSpPr>
            <a:stCxn id="9" idx="3"/>
          </p:cNvCxnSpPr>
          <p:nvPr/>
        </p:nvCxnSpPr>
        <p:spPr>
          <a:xfrm flipV="1">
            <a:off x="2669869" y="2010516"/>
            <a:ext cx="1588471" cy="107060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FEE6D8B-4AC6-C148-3C6A-93CCD56B0765}"/>
              </a:ext>
            </a:extLst>
          </p:cNvPr>
          <p:cNvCxnSpPr>
            <a:cxnSpLocks/>
          </p:cNvCxnSpPr>
          <p:nvPr/>
        </p:nvCxnSpPr>
        <p:spPr>
          <a:xfrm>
            <a:off x="2776931" y="3429000"/>
            <a:ext cx="1356326" cy="167872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0291BBD-2989-8F67-3C36-AF6AA57A7D68}"/>
              </a:ext>
            </a:extLst>
          </p:cNvPr>
          <p:cNvCxnSpPr>
            <a:cxnSpLocks/>
          </p:cNvCxnSpPr>
          <p:nvPr/>
        </p:nvCxnSpPr>
        <p:spPr>
          <a:xfrm>
            <a:off x="6901605" y="1624900"/>
            <a:ext cx="123230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026FF42-E094-A341-31F1-5DC47DCC11F3}"/>
              </a:ext>
            </a:extLst>
          </p:cNvPr>
          <p:cNvCxnSpPr>
            <a:cxnSpLocks/>
          </p:cNvCxnSpPr>
          <p:nvPr/>
        </p:nvCxnSpPr>
        <p:spPr>
          <a:xfrm>
            <a:off x="7027424" y="5077485"/>
            <a:ext cx="123230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800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AB8D01-EC23-A6C5-8036-4AACEF0DE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418" y="0"/>
            <a:ext cx="2794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849B297-B5EF-12D7-1DCE-9A5BA8FD3066}"/>
              </a:ext>
            </a:extLst>
          </p:cNvPr>
          <p:cNvSpPr txBox="1"/>
          <p:nvPr/>
        </p:nvSpPr>
        <p:spPr>
          <a:xfrm>
            <a:off x="1911641" y="341944"/>
            <a:ext cx="1778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เปลี่ยนเป็น </a:t>
            </a:r>
            <a:r>
              <a:rPr lang="en-US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hamburger </a:t>
            </a:r>
          </a:p>
          <a:p>
            <a:pPr algn="ctr"/>
            <a: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ดีกว่าไหม เพื่อประหยัดที่</a:t>
            </a:r>
          </a:p>
          <a:p>
            <a:pPr algn="ctr"/>
            <a: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ชื่อเพลงจะได้ยาวเต็มที่</a:t>
            </a:r>
            <a:endParaRPr lang="en-US" b="1" dirty="0">
              <a:latin typeface="TH Sarabun New" panose="020B0500040200020003" pitchFamily="34" charset="-34"/>
              <a:ea typeface="Noto Sans" panose="020B0502040504020204" pitchFamily="34" charset="0"/>
              <a:cs typeface="TH Sarabun New" panose="020B0500040200020003" pitchFamily="34" charset="-34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3FC6C30-ED36-7982-E798-FF7327E7BA51}"/>
              </a:ext>
            </a:extLst>
          </p:cNvPr>
          <p:cNvCxnSpPr/>
          <p:nvPr/>
        </p:nvCxnSpPr>
        <p:spPr>
          <a:xfrm flipV="1">
            <a:off x="3854302" y="526312"/>
            <a:ext cx="545805" cy="20733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10BD3CEC-BD07-81F7-C968-E0E277C8195D}"/>
              </a:ext>
            </a:extLst>
          </p:cNvPr>
          <p:cNvSpPr/>
          <p:nvPr/>
        </p:nvSpPr>
        <p:spPr>
          <a:xfrm>
            <a:off x="7113181" y="1265274"/>
            <a:ext cx="664535" cy="163741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C7CF76-B7C8-172D-462B-C24BDC828B95}"/>
              </a:ext>
            </a:extLst>
          </p:cNvPr>
          <p:cNvSpPr txBox="1"/>
          <p:nvPr/>
        </p:nvSpPr>
        <p:spPr>
          <a:xfrm>
            <a:off x="7902574" y="1519851"/>
            <a:ext cx="20874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ควรออกแบบใหม่หมด เป็น</a:t>
            </a:r>
          </a:p>
          <a:p>
            <a:r>
              <a:rPr lang="en-US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Music control </a:t>
            </a:r>
            <a: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ด้านล่าง</a:t>
            </a:r>
          </a:p>
          <a:p>
            <a: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ใช้ </a:t>
            </a:r>
            <a:r>
              <a:rPr lang="en-US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sticky mobile dock key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15FD7E-1FC8-5D4D-B86F-450DCD46BBFB}"/>
              </a:ext>
            </a:extLst>
          </p:cNvPr>
          <p:cNvCxnSpPr>
            <a:cxnSpLocks/>
          </p:cNvCxnSpPr>
          <p:nvPr/>
        </p:nvCxnSpPr>
        <p:spPr>
          <a:xfrm flipH="1" flipV="1">
            <a:off x="6634716" y="629979"/>
            <a:ext cx="1270396" cy="36150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A6C75C1-8B58-44A9-98A8-C7947076F6BF}"/>
              </a:ext>
            </a:extLst>
          </p:cNvPr>
          <p:cNvSpPr txBox="1"/>
          <p:nvPr/>
        </p:nvSpPr>
        <p:spPr>
          <a:xfrm>
            <a:off x="7622851" y="341944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ย้าย </a:t>
            </a:r>
            <a:r>
              <a:rPr lang="en-US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download </a:t>
            </a:r>
            <a: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ไปอยู่ </a:t>
            </a:r>
            <a:r>
              <a:rPr lang="en-US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dock</a:t>
            </a:r>
            <a: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 </a:t>
            </a:r>
            <a:r>
              <a:rPr lang="en-US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key </a:t>
            </a:r>
            <a: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ด้วย</a:t>
            </a:r>
            <a:endParaRPr lang="en-US" b="1" dirty="0">
              <a:latin typeface="TH Sarabun New" panose="020B0500040200020003" pitchFamily="34" charset="-34"/>
              <a:ea typeface="Noto Sans" panose="020B0502040504020204" pitchFamily="34" charset="0"/>
              <a:cs typeface="TH Sarabun New" panose="020B0500040200020003" pitchFamily="34" charset="-34"/>
            </a:endParaRP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80CBDF09-A941-AE2E-606C-F54949CBE833}"/>
              </a:ext>
            </a:extLst>
          </p:cNvPr>
          <p:cNvSpPr/>
          <p:nvPr/>
        </p:nvSpPr>
        <p:spPr>
          <a:xfrm>
            <a:off x="7113181" y="3297347"/>
            <a:ext cx="664535" cy="6007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AA5621-2A28-B80C-A9B8-BA8CD02320EC}"/>
              </a:ext>
            </a:extLst>
          </p:cNvPr>
          <p:cNvSpPr txBox="1"/>
          <p:nvPr/>
        </p:nvSpPr>
        <p:spPr>
          <a:xfrm>
            <a:off x="7792769" y="3251756"/>
            <a:ext cx="2307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ช่องว่างระหว่างบรรทัดโน้ตกับเนื้อ</a:t>
            </a:r>
          </a:p>
          <a:p>
            <a: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ควรแคบกว่านี้</a:t>
            </a:r>
            <a:endParaRPr lang="en-US" b="1" dirty="0">
              <a:latin typeface="TH Sarabun New" panose="020B0500040200020003" pitchFamily="34" charset="-34"/>
              <a:ea typeface="Noto Sans" panose="020B0502040504020204" pitchFamily="34" charset="0"/>
              <a:cs typeface="TH Sarabun New" panose="020B0500040200020003" pitchFamily="34" charset="-34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403D9620-BE52-BB27-5CDD-C9460322B21D}"/>
              </a:ext>
            </a:extLst>
          </p:cNvPr>
          <p:cNvSpPr/>
          <p:nvPr/>
        </p:nvSpPr>
        <p:spPr>
          <a:xfrm flipH="1">
            <a:off x="3522034" y="3846178"/>
            <a:ext cx="664535" cy="6007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4AE6FF-50D7-FC59-17F9-8F0140E4A19F}"/>
              </a:ext>
            </a:extLst>
          </p:cNvPr>
          <p:cNvSpPr txBox="1"/>
          <p:nvPr/>
        </p:nvSpPr>
        <p:spPr>
          <a:xfrm>
            <a:off x="1773296" y="3800587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ช่องว่างระหว่างห้องใหม่</a:t>
            </a:r>
            <a:b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</a:br>
            <a:r>
              <a:rPr lang="th-TH" b="1" dirty="0">
                <a:latin typeface="TH Sarabun New" panose="020B0500040200020003" pitchFamily="34" charset="-34"/>
                <a:ea typeface="Noto Sans" panose="020B0502040504020204" pitchFamily="34" charset="0"/>
                <a:cs typeface="TH Sarabun New" panose="020B0500040200020003" pitchFamily="34" charset="-34"/>
              </a:rPr>
              <a:t>ควรกว้างกว่านี้ </a:t>
            </a:r>
            <a:endParaRPr lang="en-US" b="1" dirty="0">
              <a:latin typeface="TH Sarabun New" panose="020B0500040200020003" pitchFamily="34" charset="-34"/>
              <a:ea typeface="Noto Sans" panose="020B0502040504020204" pitchFamily="34" charset="0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21607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87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TH Sarabun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Krisada Sangpetchsong</dc:creator>
  <cp:lastModifiedBy>Krisada Sangpetchsong</cp:lastModifiedBy>
  <cp:revision>3</cp:revision>
  <dcterms:created xsi:type="dcterms:W3CDTF">2026-07-08T22:40:53Z</dcterms:created>
  <dcterms:modified xsi:type="dcterms:W3CDTF">2026-07-10T10:32:00Z</dcterms:modified>
</cp:coreProperties>
</file>